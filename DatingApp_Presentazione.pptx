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DatingApp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8D2E8"/>
                </a:solidFill>
              </a:rPr>
              <a:t>Presentazione progetto (versione sintetica)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8D2E8"/>
                </a:solidFill>
              </a:rPr>
              <a:t>Frontend Angular • Backend ASP.NET 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Panoramica del progetto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App di incontri con profilo, like e chat.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Uso quotidiano: registrati, esplora, connettiti.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Esperienza semplice, mobile-friendly.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Frontend in Angular con pagine dedicate (members, lists, messages).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Backend API in ASP.NET Core con controller separati per funzioni.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Database SQL Server per salvare utenti, like, messaggi e foto.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Registrazione e login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L'utente crea account con dati base.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Entra con email e password.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Sessione mantenuta automaticamente.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Endpoint API: /api/account/register, /login, /refresh-token.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Uso Identity per validare password e ruoli.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JWT + refresh token in cookie HttpOnly per sicurezza.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Profilo e foto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Modifica nome, bio, città e paese.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Carica più foto dal telefono/pc.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Imposta una foto principale.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API MembersController: update, add-photo, set-main-photo, delete-photo.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Upload su Cloudinary e salvataggio URL nel DB.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Moderazione: foto visibile pubblicamente solo dopo approvazione.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Esplorazione membri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Elenco profili con filtri utili.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Ricerca per età, genere, città, paese.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Paginazione per risultati rapidi.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Query params gestiti con MemberParams (filtri + ordinamento).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Repository backend applica filtri direttamente su DB.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Frontend mostra card utente e navigazione pagine.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Sistema like e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Metti o togli like con un click.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Vedi chi ti piace e chi ti ha messo like.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Lista match quando il like è reciproco.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Endpoint /api/likes usa logica toggle (aggiunge/rimuove).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Liste dedicate: liked, likedBy, mutual.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Frontend ha sezione Lists per visualizzare i tre casi.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Chat in tempo reale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Messaggi immediati tra due utenti.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Conversazioni organizzate per thread.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Stato letto/non letto.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SignalR MessageHub invia e riceve senza refresh pagina.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API MessagesController gestisce storico e cancellazione.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Thread calcolato per coppia utenti, update lettura automatico.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Presenza online e notifiche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Vedi chi è online in quel momento.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Ricevi avvisi quando arriva un messaggio.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Migliora il coinvolgimento in chat.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PresenceHub traccia connessioni attive per userId.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Eventi realtime: UserOnline, UserOffline, NewMessageReceived.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Toast lato frontend con link diretto alla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Admin e moderazione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Ruoli diversi: Member, Moderator, Admin.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Admin può gestire ruoli utenti.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Moderator approva o rifiuta foto.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Policy di autorizzazione: RequiredAdminRole e ModeratePhotoRole.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AdminController espone API per ruoli e foto da moderare.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Rifiuto foto: eliminazione DB + Cloudinary.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74980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Sicurezza e architettura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868680"/>
            <a:ext cx="3291840" cy="36576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1143000"/>
            <a:ext cx="5394960" cy="5394960"/>
          </a:xfrm>
          <a:prstGeom prst="rect">
            <a:avLst/>
          </a:prstGeom>
          <a:solidFill>
            <a:srgbClr val="2A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1143000"/>
            <a:ext cx="539496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SPAZIO IMMAGINE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2461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9B8D8"/>
                </a:solidFill>
              </a:rPr>
              <a:t>Inserisci qui screenshot
interfaccia + flusso utente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5897880" cy="292608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143000"/>
            <a:ext cx="5897880" cy="41148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97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Cosa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4864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Accesso protetto su tutte le aree sensibili.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Sessione sicura anche nel realtime.</a:t>
            </a:r>
          </a:p>
          <a:p>
            <a:r>
              <a:rPr sz="1400">
                <a:solidFill>
                  <a:srgbClr val="E6543A"/>
                </a:solidFill>
              </a:rPr>
              <a:t>• </a:t>
            </a:r>
            <a:r>
              <a:rPr sz="1400">
                <a:solidFill>
                  <a:srgbClr val="C8D2E8"/>
                </a:solidFill>
              </a:rPr>
              <a:t>Progetto ordinato e manutenibile.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251960"/>
            <a:ext cx="5897880" cy="2286000"/>
          </a:xfrm>
          <a:prstGeom prst="rect">
            <a:avLst/>
          </a:prstGeom>
          <a:solidFill>
            <a:srgbClr val="1B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4251960"/>
            <a:ext cx="589788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068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Come l'ho realizzato (pratico)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75488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JWT validato in middleware auth su ogni richiesta.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SignalR legge access_token per proteggere gli hub.</a:t>
            </a:r>
          </a:p>
          <a:p>
            <a:r>
              <a:rPr sz="1300">
                <a:solidFill>
                  <a:srgbClr val="E6543A"/>
                </a:solidFill>
              </a:rPr>
              <a:t>• </a:t>
            </a:r>
            <a:r>
              <a:rPr sz="1300">
                <a:solidFill>
                  <a:srgbClr val="C8D2E8"/>
                </a:solidFill>
              </a:rPr>
              <a:t>Struttura a layer: Core, Infrastructure, API + client Angular.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65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>
                <a:solidFill>
                  <a:srgbClr val="FFFFFF"/>
                </a:solidFill>
              </a:rPr>
              <a:t>Grazie!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8D2E8"/>
                </a:solidFill>
              </a:rPr>
              <a:t>Presentazione pronta: aggiungi solo le immagini a destra.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8D2E8"/>
                </a:solidFill>
              </a:rPr>
              <a:t>Ogni slide include già: Cosa fa + Come l'ho realizzato.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